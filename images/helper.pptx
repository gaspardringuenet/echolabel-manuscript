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4"/>
    <p:restoredTop sz="94658"/>
  </p:normalViewPr>
  <p:slideViewPr>
    <p:cSldViewPr snapToGrid="0">
      <p:cViewPr varScale="1">
        <p:scale>
          <a:sx n="120" d="100"/>
          <a:sy n="120" d="100"/>
        </p:scale>
        <p:origin x="3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56AEC-813A-2645-BCA0-F23E9A8AC94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235-C9DE-8042-BD0C-D86800BC1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78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235-C9DE-8042-BD0C-D86800BC1A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27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BFC7E-85D9-B2B2-D012-F8641701C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CF39B-D378-B3F3-A1A5-73FFA82B1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BBE96-703F-7FE8-C358-BED7392AE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3FE02-58FD-1E4F-8E1C-AE35C2B0435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FD75F-85FB-163F-0DBA-B35F90439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CDF88-444B-82DA-D4E0-49DAB0400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685B0-473B-3E44-9BE5-6DBB53AF9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48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E0E45-FD07-71C5-7ADF-DF5043DD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A28DA-CE6F-57F5-79A1-B1D7E8B30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8F814-644C-1A9F-DD5D-0252B6A0E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3FE02-58FD-1E4F-8E1C-AE35C2B0435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B983E-8D24-BE84-424B-B78298161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FA743-263F-5207-498F-A67256DA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685B0-473B-3E44-9BE5-6DBB53AF9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13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F915B-2E63-1B3E-0FBE-449E7CA9B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E892D-9EE1-7247-49F4-4E716B0BC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5636E-7545-D6A1-150C-4CBF28F6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3FE02-58FD-1E4F-8E1C-AE35C2B0435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8C0F4-20B5-065C-E3AD-65776525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39D92-FC56-2EB0-AF56-21C44EDFC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685B0-473B-3E44-9BE5-6DBB53AF9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7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4186E-D6F5-716D-03D2-E89F99AFC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38692-2525-F0CC-1ED5-E691EFE8BA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AA9453-9657-EA9A-4D2A-1FD76ED21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5BD44-60CF-8B34-7FD4-EAFF2C82D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3FE02-58FD-1E4F-8E1C-AE35C2B0435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259E3-DFA3-BEE4-5860-E48D715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15001-3B37-E174-2DDF-5FF9FC44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685B0-473B-3E44-9BE5-6DBB53AF9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16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DB17B-EAC3-186C-D2C2-FE40C0B66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A55ED-5CF3-9D42-7059-70C4CFB63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F5CBB-5BB8-7A69-C3B6-8114CA88F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87EDC-8DC9-A791-9219-CED35A9B31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5EF08-B90D-07A5-0EFC-150D600D4E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EA3293-D0F9-C0DA-539C-6EFE71D43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3FE02-58FD-1E4F-8E1C-AE35C2B0435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8E07BC-DEC5-57D7-76BD-6AF591BBD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67D08C-8C6B-396B-4F37-31B038A27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685B0-473B-3E44-9BE5-6DBB53AF9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629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4C86-3C0B-7509-FE9B-9AE885862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5ABF89-1205-8E6A-E0F1-A0B85C6F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3FE02-58FD-1E4F-8E1C-AE35C2B0435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847168-B20F-43C1-9202-9275D3965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C9F54A-6825-05CE-641C-D76E653BF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685B0-473B-3E44-9BE5-6DBB53AF9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BBC435-777F-1301-B86E-84A270440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3FE02-58FD-1E4F-8E1C-AE35C2B0435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E14E3-CF2D-E74F-1605-5142D71AE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D14AD-1FD0-ED6C-9BFA-C76923B62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685B0-473B-3E44-9BE5-6DBB53AF9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587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0E59A-A876-57B1-16D6-675A785D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4FD7F-1C45-3D88-3A3B-398ADA0E9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587F6D-0E25-146E-E4BA-7C9F5ADAF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2ABFE-7491-226E-5539-B2B9ACEC1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3FE02-58FD-1E4F-8E1C-AE35C2B0435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07EAB5-4206-3226-B87F-FF35D6BF8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06546-5B7D-251E-BFA4-2F89AD1D3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685B0-473B-3E44-9BE5-6DBB53AF9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082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F2731-1E4B-896A-D13B-ECE77806B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0F7D15-7B13-2316-811A-25F4E2DA29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5E05AA-B41C-3E29-10C6-C0A3726A3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7488A-FF33-1743-5019-B90C57624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3FE02-58FD-1E4F-8E1C-AE35C2B0435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AE323-94A4-410B-CF98-51F71011B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4B9A7-32EB-54F6-BA4B-44EAF91D3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685B0-473B-3E44-9BE5-6DBB53AF9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17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58C7E-ADE1-F3CC-50D4-DE5EC6FD1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1640ED-975C-3BCC-326E-5A6D93CFC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9C72C-6809-CB19-0536-46736D007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3FE02-58FD-1E4F-8E1C-AE35C2B0435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21237-BEEA-B554-0F78-361F2B41B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5D841-A171-AF51-5C26-D274093B4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685B0-473B-3E44-9BE5-6DBB53AF9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86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1788CB-C3B7-1523-FDEC-30A66A3011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BA93C-F137-BA36-1429-71B33A88F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A0B60-51B9-7021-5F5A-7E55991E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3FE02-58FD-1E4F-8E1C-AE35C2B0435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7B655-0C7C-5FAC-D3CD-703B31C1C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F641F-6FB7-CDD8-707C-0BE69500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685B0-473B-3E44-9BE5-6DBB53AF9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2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6DE6F0-06CF-B8E7-F1D8-BFDB21DA2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DBFF6-3E36-9151-7A20-A225EBFBA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56450-F43D-C5FC-099B-1B12D0A714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23FE02-58FD-1E4F-8E1C-AE35C2B04355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59B4C-83E0-CCA6-3B8E-E3839B0B20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75C17-6B19-EF24-A290-2CE25E629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685B0-473B-3E44-9BE5-6DBB53AF9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75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34CA4EA-72A0-526C-C0B8-2D9970ED4C0B}"/>
              </a:ext>
            </a:extLst>
          </p:cNvPr>
          <p:cNvGrpSpPr/>
          <p:nvPr/>
        </p:nvGrpSpPr>
        <p:grpSpPr>
          <a:xfrm>
            <a:off x="3095625" y="-74431"/>
            <a:ext cx="6000750" cy="6932431"/>
            <a:chOff x="3095625" y="-74431"/>
            <a:chExt cx="6000750" cy="693243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953A35C-8ABD-6A8D-D70A-057ABAEA4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3095625" y="0"/>
              <a:ext cx="6000750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57FC4FB-F170-E071-A576-804D183BE966}"/>
                </a:ext>
              </a:extLst>
            </p:cNvPr>
            <p:cNvSpPr txBox="1"/>
            <p:nvPr/>
          </p:nvSpPr>
          <p:spPr>
            <a:xfrm>
              <a:off x="3095625" y="-74431"/>
              <a:ext cx="3337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a.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69B6B4E-C460-11C8-D722-BDB09F084788}"/>
                </a:ext>
              </a:extLst>
            </p:cNvPr>
            <p:cNvSpPr txBox="1"/>
            <p:nvPr/>
          </p:nvSpPr>
          <p:spPr>
            <a:xfrm>
              <a:off x="6096000" y="1588643"/>
              <a:ext cx="3241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4167228-7C77-17B6-DD60-8C3445E0614A}"/>
                </a:ext>
              </a:extLst>
            </p:cNvPr>
            <p:cNvSpPr txBox="1"/>
            <p:nvPr/>
          </p:nvSpPr>
          <p:spPr>
            <a:xfrm>
              <a:off x="3095625" y="1588644"/>
              <a:ext cx="3337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b.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26CD9CA-6FBB-4BD6-1396-FD7856CBAFA2}"/>
                </a:ext>
              </a:extLst>
            </p:cNvPr>
            <p:cNvSpPr txBox="1"/>
            <p:nvPr/>
          </p:nvSpPr>
          <p:spPr>
            <a:xfrm>
              <a:off x="3095625" y="3251719"/>
              <a:ext cx="3337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d.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37A2847-7F3F-C5DC-18FE-B41E09912423}"/>
                </a:ext>
              </a:extLst>
            </p:cNvPr>
            <p:cNvSpPr txBox="1"/>
            <p:nvPr/>
          </p:nvSpPr>
          <p:spPr>
            <a:xfrm>
              <a:off x="3120472" y="4914794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f.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82F8521-09F4-BB39-B286-9D59E5635BCE}"/>
                </a:ext>
              </a:extLst>
            </p:cNvPr>
            <p:cNvSpPr txBox="1"/>
            <p:nvPr/>
          </p:nvSpPr>
          <p:spPr>
            <a:xfrm>
              <a:off x="6086382" y="3251719"/>
              <a:ext cx="3337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e.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BF8D84B-DB1F-3911-1511-DC26FE299C03}"/>
                </a:ext>
              </a:extLst>
            </p:cNvPr>
            <p:cNvSpPr txBox="1"/>
            <p:nvPr/>
          </p:nvSpPr>
          <p:spPr>
            <a:xfrm>
              <a:off x="6083576" y="4914793"/>
              <a:ext cx="3337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g.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17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0DD1DB2-3E84-3654-87CC-6FFD149F224F}"/>
              </a:ext>
            </a:extLst>
          </p:cNvPr>
          <p:cNvGrpSpPr/>
          <p:nvPr/>
        </p:nvGrpSpPr>
        <p:grpSpPr>
          <a:xfrm>
            <a:off x="2761130" y="2360711"/>
            <a:ext cx="6535270" cy="1982689"/>
            <a:chOff x="2761130" y="2360711"/>
            <a:chExt cx="6535270" cy="198268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1511873-D7C6-A800-B161-5A877909C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95600" y="2514600"/>
              <a:ext cx="6400800" cy="18288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F02AED-E20B-38C7-4A4B-1A3F859353F1}"/>
                </a:ext>
              </a:extLst>
            </p:cNvPr>
            <p:cNvSpPr txBox="1"/>
            <p:nvPr/>
          </p:nvSpPr>
          <p:spPr>
            <a:xfrm>
              <a:off x="2761130" y="2360711"/>
              <a:ext cx="3337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a.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99F79E-A5D3-34CC-E842-0733F2F245E3}"/>
                </a:ext>
              </a:extLst>
            </p:cNvPr>
            <p:cNvSpPr txBox="1"/>
            <p:nvPr/>
          </p:nvSpPr>
          <p:spPr>
            <a:xfrm>
              <a:off x="5762254" y="2360711"/>
              <a:ext cx="3337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906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D5C01-25DB-497E-D918-05D6C3814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6B77B8A-C606-0555-4E8D-B4779EAA700F}"/>
              </a:ext>
            </a:extLst>
          </p:cNvPr>
          <p:cNvGrpSpPr/>
          <p:nvPr/>
        </p:nvGrpSpPr>
        <p:grpSpPr>
          <a:xfrm>
            <a:off x="2843018" y="2292471"/>
            <a:ext cx="6453382" cy="2050929"/>
            <a:chOff x="2843018" y="2292471"/>
            <a:chExt cx="6453382" cy="205092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4BB0E81-A5AB-2049-09E7-9817600C0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895600" y="2514600"/>
              <a:ext cx="6400800" cy="18288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7F45C63-8F8A-9912-85FC-9CF8142C63D1}"/>
                </a:ext>
              </a:extLst>
            </p:cNvPr>
            <p:cNvSpPr txBox="1"/>
            <p:nvPr/>
          </p:nvSpPr>
          <p:spPr>
            <a:xfrm>
              <a:off x="2843018" y="2292471"/>
              <a:ext cx="3337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a.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6DEC140-6BD7-0B97-88AF-935C3DFD72C0}"/>
                </a:ext>
              </a:extLst>
            </p:cNvPr>
            <p:cNvSpPr txBox="1"/>
            <p:nvPr/>
          </p:nvSpPr>
          <p:spPr>
            <a:xfrm>
              <a:off x="6499236" y="2292471"/>
              <a:ext cx="3337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2265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</Words>
  <Application>Microsoft Macintosh PowerPoint</Application>
  <PresentationFormat>Widescreen</PresentationFormat>
  <Paragraphs>12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Gaspard Ringuenet</dc:creator>
  <cp:lastModifiedBy>Gaspard Ringuenet</cp:lastModifiedBy>
  <cp:revision>5</cp:revision>
  <dcterms:created xsi:type="dcterms:W3CDTF">2026-09-30T13:45:07Z</dcterms:created>
  <dcterms:modified xsi:type="dcterms:W3CDTF">2026-10-13T08:39:34Z</dcterms:modified>
</cp:coreProperties>
</file>